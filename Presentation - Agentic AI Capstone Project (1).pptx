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ITC Avant Garde Gothic" charset="1" panose="020B0502020202020204"/>
      <p:regular r:id="rId11"/>
    </p:embeddedFont>
    <p:embeddedFont>
      <p:font typeface="TT Fors" charset="1" panose="020B0003030001020000"/>
      <p:regular r:id="rId12"/>
    </p:embeddedFont>
    <p:embeddedFont>
      <p:font typeface="TT Fors Bold" charset="1" panose="020B000303000102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949825"/>
            <a:chOff x="0" y="0"/>
            <a:chExt cx="13017500" cy="65997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541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D0E6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Capstone Project 1 - Content Blitz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D0E6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AGENTIC AI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Presented by Saraniya Dhansekaran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5A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76262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D0E6F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System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3045" y="1529715"/>
            <a:ext cx="6886575" cy="629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The </a:t>
            </a:r>
            <a:r>
              <a:rPr lang="en-US" b="true" sz="2100">
                <a:solidFill>
                  <a:srgbClr val="D0E6F8"/>
                </a:solidFill>
                <a:latin typeface="TT Fors Bold"/>
                <a:ea typeface="TT Fors Bold"/>
                <a:cs typeface="TT Fors Bold"/>
                <a:sym typeface="TT Fors Bold"/>
              </a:rPr>
              <a:t>Agentic AI system architecture</a:t>
            </a: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 comprises several core components: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D0E6F8"/>
                </a:solidFill>
                <a:latin typeface="TT Fors Bold"/>
                <a:ea typeface="TT Fors Bold"/>
                <a:cs typeface="TT Fors Bold"/>
                <a:sym typeface="TT Fors Bold"/>
              </a:rPr>
              <a:t>Streamlit</a:t>
            </a: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 as the primary user interface and orchestrator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D0E6F8"/>
                </a:solidFill>
                <a:latin typeface="TT Fors Bold"/>
                <a:ea typeface="TT Fors Bold"/>
                <a:cs typeface="TT Fors Bold"/>
                <a:sym typeface="TT Fors Bold"/>
              </a:rPr>
              <a:t>Agents</a:t>
            </a: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 involved include: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router_agent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python_agent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general_agent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social_media_agent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image_prompt_agent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image_creation_agent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D0E6F8"/>
                </a:solidFill>
                <a:latin typeface="TT Fors Bold"/>
                <a:ea typeface="TT Fors Bold"/>
                <a:cs typeface="TT Fors Bold"/>
                <a:sym typeface="TT Fors Bold"/>
              </a:rPr>
              <a:t>CrewAI - Agent orchestration</a:t>
            </a: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 efficiently manages different task stages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D0E6F8"/>
                </a:solidFill>
                <a:latin typeface="TT Fors Bold"/>
                <a:ea typeface="TT Fors Bold"/>
                <a:cs typeface="TT Fors Bold"/>
                <a:sym typeface="TT Fors Bold"/>
              </a:rPr>
              <a:t>OpenAI integration</a:t>
            </a: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 for text generation (gpt-4o-mini) and image generation (gpt-image-1)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D0E6F8"/>
                </a:solidFill>
                <a:latin typeface="TT Fors"/>
                <a:ea typeface="TT Fors"/>
                <a:cs typeface="TT Fors"/>
                <a:sym typeface="TT Fors"/>
              </a:rPr>
              <a:t>System setup requires configuring the OPENAI_API_KEY environment variable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7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28644" y="0"/>
            <a:ext cx="6959356" cy="10287000"/>
            <a:chOff x="0" y="0"/>
            <a:chExt cx="1257978" cy="1859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7978" cy="1859486"/>
            </a:xfrm>
            <a:custGeom>
              <a:avLst/>
              <a:gdLst/>
              <a:ahLst/>
              <a:cxnLst/>
              <a:rect r="r" b="b" t="t" l="l"/>
              <a:pathLst>
                <a:path h="1859486" w="1257978">
                  <a:moveTo>
                    <a:pt x="0" y="0"/>
                  </a:moveTo>
                  <a:lnTo>
                    <a:pt x="1257978" y="0"/>
                  </a:lnTo>
                  <a:lnTo>
                    <a:pt x="1257978" y="1859486"/>
                  </a:lnTo>
                  <a:lnTo>
                    <a:pt x="0" y="1859486"/>
                  </a:lnTo>
                  <a:close/>
                </a:path>
              </a:pathLst>
            </a:custGeom>
            <a:blipFill>
              <a:blip r:embed="rId2"/>
              <a:stretch>
                <a:fillRect l="0" t="-3905" r="0" b="-39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5566215"/>
            <a:chOff x="0" y="0"/>
            <a:chExt cx="11099800" cy="742162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E6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User Workflow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2096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E6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Visualizing AI Agent Interactions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78140"/>
              <a:ext cx="91821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D0E6F8"/>
                  </a:solidFill>
                  <a:latin typeface="TT Fors"/>
                  <a:ea typeface="TT Fors"/>
                  <a:cs typeface="TT Fors"/>
                  <a:sym typeface="TT Fors"/>
                </a:rPr>
                <a:t>This diagram illustrates the </a:t>
              </a:r>
              <a:r>
                <a:rPr lang="en-US" b="true" sz="2100" strike="noStrike" u="none">
                  <a:solidFill>
                    <a:srgbClr val="D0E6F8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seamless flow</a:t>
              </a:r>
              <a:r>
                <a:rPr lang="en-US" sz="2100" strike="noStrike" u="none">
                  <a:solidFill>
                    <a:srgbClr val="D0E6F8"/>
                  </a:solidFill>
                  <a:latin typeface="TT Fors"/>
                  <a:ea typeface="TT Fors"/>
                  <a:cs typeface="TT Fors"/>
                  <a:sym typeface="TT Fors"/>
                </a:rPr>
                <a:t> of user inputs through various agents, showcasing how each component contributes to generating comprehensive answers and content, enhancing user experience and efficiency.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E6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Technologies Used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8FC1D7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tools and frameworks for Agentic AI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19827"/>
            <a:chOff x="0" y="0"/>
            <a:chExt cx="9182100" cy="255977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D0E6F8"/>
                  </a:solidFill>
                  <a:latin typeface="TT Fors"/>
                  <a:ea typeface="TT Fors"/>
                  <a:cs typeface="TT Fors"/>
                  <a:sym typeface="TT Fors"/>
                </a:rPr>
                <a:t>The project is developed using </a:t>
              </a:r>
              <a:r>
                <a:rPr lang="en-US" b="true" sz="2073">
                  <a:solidFill>
                    <a:srgbClr val="D0E6F8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Python 3.11</a:t>
              </a:r>
              <a:r>
                <a:rPr lang="en-US" sz="2073">
                  <a:solidFill>
                    <a:srgbClr val="D0E6F8"/>
                  </a:solidFill>
                  <a:latin typeface="TT Fors"/>
                  <a:ea typeface="TT Fors"/>
                  <a:cs typeface="TT Fors"/>
                  <a:sym typeface="TT Fors"/>
                </a:rPr>
                <a:t>, ensuring compatibility with various libraries and providing a robust environment for AI implementations.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D0E6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Programming Language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19827"/>
            <a:chOff x="0" y="0"/>
            <a:chExt cx="9182100" cy="255977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D0E6F8"/>
                  </a:solidFill>
                  <a:latin typeface="TT Fors"/>
                  <a:ea typeface="TT Fors"/>
                  <a:cs typeface="TT Fors"/>
                  <a:sym typeface="TT Fors"/>
                </a:rPr>
                <a:t>Core technologies include </a:t>
              </a:r>
              <a:r>
                <a:rPr lang="en-US" b="true" sz="2073">
                  <a:solidFill>
                    <a:srgbClr val="D0E6F8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Streamlit, CrewAI, and LangChain</a:t>
              </a:r>
              <a:r>
                <a:rPr lang="en-US" sz="2073">
                  <a:solidFill>
                    <a:srgbClr val="D0E6F8"/>
                  </a:solidFill>
                  <a:latin typeface="TT Fors"/>
                  <a:ea typeface="TT Fors"/>
                  <a:cs typeface="TT Fors"/>
                  <a:sym typeface="TT Fors"/>
                </a:rPr>
                <a:t>, which facilitate seamless integration of AI functionalities and enhance the user experience.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D0E6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Frameworks &amp; Libraries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2281777"/>
            <a:chOff x="0" y="0"/>
            <a:chExt cx="9182100" cy="304237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34576"/>
              <a:ext cx="9182100" cy="1907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b="true" sz="2073">
                  <a:solidFill>
                    <a:srgbClr val="D0E6F8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Docker</a:t>
              </a:r>
              <a:r>
                <a:rPr lang="en-US" sz="2073">
                  <a:solidFill>
                    <a:srgbClr val="D0E6F8"/>
                  </a:solidFill>
                  <a:latin typeface="TT Fors"/>
                  <a:ea typeface="TT Fors"/>
                  <a:cs typeface="TT Fors"/>
                  <a:sym typeface="TT Fors"/>
                </a:rPr>
                <a:t> is employed for containerization, allowing easy deployment and management of the application across different environments while ensuring consistent performance.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D0E6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Containerization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5A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287000"/>
            <a:chOff x="0" y="0"/>
            <a:chExt cx="10694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4" cy="2309817"/>
            </a:xfrm>
            <a:custGeom>
              <a:avLst/>
              <a:gdLst/>
              <a:ahLst/>
              <a:cxnLst/>
              <a:rect r="r" b="b" t="t" l="l"/>
              <a:pathLst>
                <a:path h="2309817" w="10694">
                  <a:moveTo>
                    <a:pt x="0" y="0"/>
                  </a:moveTo>
                  <a:lnTo>
                    <a:pt x="10694" y="0"/>
                  </a:lnTo>
                  <a:lnTo>
                    <a:pt x="10694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-5951706" t="0" r="-13452516" b="6481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171825"/>
            <a:chOff x="0" y="0"/>
            <a:chExt cx="11099800" cy="42291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E6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 about the project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4725"/>
              <a:ext cx="11068284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E6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Agentic AI Capstone Project</dc:description>
  <dc:identifier>DAHFT6Y-a6I</dc:identifier>
  <dcterms:modified xsi:type="dcterms:W3CDTF">2011-08-01T06:04:30Z</dcterms:modified>
  <cp:revision>1</cp:revision>
  <dc:title>Presentation - Agentic AI Capstone Project</dc:title>
</cp:coreProperties>
</file>